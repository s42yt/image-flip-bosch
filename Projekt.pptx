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7"/>
  </p:notesMasterIdLst>
  <p:sldIdLst>
    <p:sldId id="256" r:id="rId4"/>
    <p:sldId id="258" r:id="rId5"/>
    <p:sldId id="257" r:id="rId6"/>
  </p:sldIdLst>
  <p:sldSz cx="10969625" cy="6170613"/>
  <p:notesSz cx="6858000" cy="9144000"/>
  <p:custDataLst>
    <p:tags r:id="rId8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1"/>
              <a:t>Mastertextformat bearbeiten</a:t>
            </a:r>
          </a:p>
          <a:p>
            <a:pPr lvl="1"/>
            <a:r>
              <a:rPr lang="de-DE" noProof="1"/>
              <a:t>Zweite Ebene</a:t>
            </a:r>
          </a:p>
          <a:p>
            <a:pPr lvl="2"/>
            <a:r>
              <a:rPr lang="de-DE" noProof="1"/>
              <a:t>Dritte Ebene</a:t>
            </a:r>
          </a:p>
          <a:p>
            <a:pPr lvl="3"/>
            <a:r>
              <a:rPr lang="de-DE" noProof="1"/>
              <a:t>Vierte Ebene</a:t>
            </a:r>
          </a:p>
          <a:p>
            <a:pPr lvl="4"/>
            <a:r>
              <a:rPr lang="de-DE" noProof="1"/>
              <a:t>Fünfte Ebene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PEA6-Fe-FI | 11.09.2026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2026.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89E0-89D9-4425-AE04-BF0311974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200" y="2704123"/>
            <a:ext cx="9268637" cy="1406324"/>
          </a:xfrm>
        </p:spPr>
        <p:txBody>
          <a:bodyPr/>
          <a:lstStyle/>
          <a:p>
            <a:r>
              <a:rPr lang="en-US" dirty="0"/>
              <a:t>Projekt: Meme-Creator CLI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9839-FCEA-4EC2-AD64-E9A6C386964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e-DE" b="1" dirty="0"/>
              <a:t>Musa Bostanci, Mykhail </a:t>
            </a:r>
            <a:r>
              <a:rPr lang="de-DE" b="1" dirty="0" err="1"/>
              <a:t>Poplavskyi</a:t>
            </a:r>
            <a:r>
              <a:rPr lang="de-DE" b="1" dirty="0"/>
              <a:t>, Marvin Ludwig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C9E838-8CED-59EE-6386-785FB16D1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7871" y="312615"/>
            <a:ext cx="4572684" cy="508016"/>
          </a:xfrm>
        </p:spPr>
        <p:txBody>
          <a:bodyPr>
            <a:normAutofit fontScale="90000"/>
          </a:bodyPr>
          <a:lstStyle/>
          <a:p>
            <a:pPr algn="ctr"/>
            <a:r>
              <a:rPr lang="de-DE" dirty="0"/>
              <a:t>Agenda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A715C1-17C6-B4F1-F623-1126CF2C6BD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024923" y="1187939"/>
            <a:ext cx="5447323" cy="4134338"/>
          </a:xfrm>
        </p:spPr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de-DE" sz="1200" dirty="0"/>
              <a:t>Planung und Idee</a:t>
            </a:r>
          </a:p>
          <a:p>
            <a:pPr marL="171450" indent="-171450">
              <a:buFontTx/>
              <a:buChar char="-"/>
            </a:pPr>
            <a:r>
              <a:rPr lang="de-DE" sz="1200" dirty="0"/>
              <a:t>Erste Probleme</a:t>
            </a:r>
          </a:p>
          <a:p>
            <a:pPr marL="171450" indent="-171450">
              <a:buFontTx/>
              <a:buChar char="-"/>
            </a:pPr>
            <a:r>
              <a:rPr lang="de-DE" sz="1200" dirty="0"/>
              <a:t>Rechnereien</a:t>
            </a:r>
          </a:p>
          <a:p>
            <a:pPr marL="171450" indent="-171450">
              <a:buFontTx/>
              <a:buChar char="-"/>
            </a:pPr>
            <a:r>
              <a:rPr lang="de-DE" sz="1200" dirty="0"/>
              <a:t>Aufgabenverteilung</a:t>
            </a:r>
          </a:p>
          <a:p>
            <a:pPr marL="171450" indent="-171450">
              <a:buFontTx/>
              <a:buChar char="-"/>
            </a:pP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68648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5FF7F7C-209E-60F0-063E-5D1E85FAFB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4E08210-8B79-BFFD-7753-786EE524F3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54854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deu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PEA6-Fe-FI</OrgInhalt>
      <Wert>PEA6-Fe-FI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 C-SC1</OrgInhalt>
      <Wert>Intern C-SC1</Wert>
      <Platzhalter>False</Platzhalter>
      <DocDatenDialog>True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 C-SC1</OrgInhalt>
      <Wert>Intern C-SC1</Wert>
      <Platzhalter>False</Platzhalter>
      <DocDatenDialog>False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GmbH 2026. Alle Rechte vorbehalten, auch bzgl. jeder Verfügung, Verwertung, Reproduktion, Bearbeitung, Weitergabe sowie für den Fall von Schutzrechtsanmeldungen.</OrgInhalt>
      <Wert>© Robert Bosch GmbH 2026.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11.09.2026</OrgInhalt>
      <Wert>11.09.2026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D0252559-44F8-474C-B66D-E357B88E32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20</Words>
  <Application>Microsoft Office PowerPoint</Application>
  <PresentationFormat>Benutzerdefiniert</PresentationFormat>
  <Paragraphs>7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Bosch Office Sans</vt:lpstr>
      <vt:lpstr>Calibri</vt:lpstr>
      <vt:lpstr>Symbol</vt:lpstr>
      <vt:lpstr>Wingdings</vt:lpstr>
      <vt:lpstr>Bosch 2024</vt:lpstr>
      <vt:lpstr>Projekt: Meme-Creator CLI</vt:lpstr>
      <vt:lpstr>Agenda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Ludwig Marvin (PEA6-Fe-FI)</dc:creator>
  <cp:lastModifiedBy>Ludwig Marvin (PEA6-Fe-FI)</cp:lastModifiedBy>
  <cp:revision>2</cp:revision>
  <dcterms:created xsi:type="dcterms:W3CDTF">2026-09-11T05:34:55Z</dcterms:created>
  <dcterms:modified xsi:type="dcterms:W3CDTF">2026-09-11T05:51:56Z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